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_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4_tech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5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6_busin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7_coach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8_data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9_dir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0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1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2_risk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